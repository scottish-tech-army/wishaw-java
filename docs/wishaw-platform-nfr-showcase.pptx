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F3BC-B341-BF4D-6DE2-7364B3E84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C95B9-4F0A-A470-5BF3-290D9D645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A5D0-B5B5-E298-E28C-C5E7A417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E4A5F-E1A6-312A-CA0F-C74DA8D2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10CC2-6A9E-E72F-F9B6-9AC35EEB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04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2FD-CE99-2D12-C3B8-EDF8505E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420A-D07A-FE7F-25FF-C99F02B76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D593-982B-B3AA-B931-679CDBCE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0F7B9-3582-BC52-5764-2BDBFD4C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1E9F6-FF4D-121E-09BD-CF11CF97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72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7626-9501-E85F-1BAC-E3D50EF1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EEC18-5EC3-6C21-F35D-A3E183163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29C45-CDA3-3FAB-E1AF-E0F7A29E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87FD1-2B36-F755-6BE8-42C62B8C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0C242-192A-852B-E931-0F7799D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87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AC48-CF5F-5C62-0A16-B3805A4E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EF23-33DA-A1FD-2CBE-178E40DB5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9B8A5-3D35-C038-71BF-5ADD900D5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6C90-A27C-46E6-31C4-EE19C5E9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E63AA-876E-B89C-331C-B33E6AC0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067DE-9762-45C4-0FE0-9375D49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32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033E-F3E2-84A4-A13F-70235970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0A6E6-7B30-DEE3-65F0-192C80EC6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C466-770F-E28E-FB57-40984BF74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F43B9-9FFE-AD5C-9DDF-AE714B93D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33AB0-CF16-B506-3844-DB7648934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5F3F0-756A-9384-54E6-7D8979A6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170FD-9CE1-8544-779D-BC7705F6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70066-4F26-7575-7391-5529564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32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0303-0403-9E8B-9565-DF0ED02D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647F6-122D-91F6-5ED3-EB9EFAB5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542ED-9DD3-4DF1-EE97-AA5CFDCD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CB667B-CEA7-06EC-1665-A305667C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20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D108D-F6CE-5977-B231-34933344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4D4FE-2184-6E29-C1ED-2DF8EA97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DA9EE-7DD4-A927-189B-60C1BF2D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33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E9A5-C262-3338-306B-CF8F42F8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44B0C-5563-F0D6-59CA-923E56FCB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A824E-93E8-5CDA-5431-B1114593D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C97D5-9FBD-FD8B-F7BA-9E4F53E9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D6568-771B-E30F-84B7-FABCDB37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C6275-CFF6-0402-E515-22D8E5D8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85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623D-5879-7974-5197-2025C2E4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5D120-F9DD-079D-E92B-51E5E788D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39261-2616-1C04-C5C3-F460EAE0D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D7213-9909-686B-9AA0-5033F178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ABC79-9E52-FB51-B66B-C8EE8785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DBA63-1001-E4E8-1841-325715A0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18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1A4A-3B5F-F89D-0F47-CB0E1164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53C87-C661-5760-221F-B0867B9C0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1DA1F-3716-FA84-E0C5-2EA497E9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1FAA5-8A9D-64F3-3B3B-03161941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A2D6F-CDB8-14A9-0299-4A063DE3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94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4C2C8-1234-73A2-3CD5-BC5B74487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9CC81-768F-43C3-9972-BABBE261B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27EC0-89F7-EC67-E13A-C44BEB6E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8FB1-0C3D-C139-B145-23E48A87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7B571-0C05-9E7F-3648-5DB0E773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80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6596-C867-AC50-E6B5-A8DD8E16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8878-4607-BCD0-7320-33A4BB44D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8B12C-DC72-2292-08A7-DBEAF8B7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1B8-04D6-66D5-C167-0096967D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E9C52-8DE7-F6EA-8675-CBD5272E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536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s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80CC-4077-5692-91F2-6597F1E3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6CB6F500-971D-8573-E341-0FD6FDE7D6A2}"/>
              </a:ext>
            </a:extLst>
          </p:cNvPr>
          <p:cNvSpPr>
            <a:spLocks noGrp="1"/>
          </p:cNvSpPr>
          <p:nvPr>
            <p:ph type="dgm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8198-19D1-4D76-46CD-3F865851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685C-27B5-6793-9464-587E76B9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C010B-94F5-B5BC-12D0-A43AC7B3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64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6B37A-3A76-1AF3-601F-7B4253E5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941C5-CA1D-EF92-3286-F434188DF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528-7320-AE55-E370-525F1DC00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25B47-B27E-4BEA-88E1-654842FE8D66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26609-CE69-6C1E-0983-B973CDCCE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6493F-645A-B2CF-97EC-BD45C3524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9BDC4-9D4C-4A1F-9788-730979B2A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4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53B0-42D0-E655-E61B-164318A83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200" b="1">
                <a:solidFill>
                  <a:srgbClr val="212529"/>
                </a:solidFill>
              </a:rPr>
              <a:t>Wishaw Platform: Non-Functional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E3955-8D34-49BB-9EB1-BBED82E4C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600">
                <a:solidFill>
                  <a:srgbClr val="005A9C"/>
                </a:solidFill>
              </a:rPr>
              <a:t>A Technical Deep Dive into Performance, Security,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25624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6D8E-0A23-16F1-C7DD-33C34B3A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200" b="1">
                <a:solidFill>
                  <a:srgbClr val="212529"/>
                </a:solidFill>
              </a:rPr>
              <a:t>Frontend NFRs: Performance &amp; Usability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3251B-92F5-A207-B11F-236BA8BE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Performance: Achieved fast load times with Vite's optimized bundling and tree-shaking. Target First Contentful Paint (FCP) is under 1.8 seconds.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Accessibility (A11y): Designed for WCAG 2.1 AA compliance, using semantic HTML, ARIA labels, and ensuring full keyboard navigability.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Responsiveness: A mobile-first approach with Tailwind CSS provides a fluid and consistent user experience across all device sizes.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Usability: Features a consistent and intuitive UI, with clear visual feedback for all user interactions to minimize cognitive load.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04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1401-23C8-DBCA-D4AF-25B14430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200" b="1">
                <a:solidFill>
                  <a:srgbClr val="212529"/>
                </a:solidFill>
              </a:rPr>
              <a:t>Backend NFRs: Security &amp; Scalability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6E2C4-AF9F-36F4-4D23-F800F1FF4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Security: Hardened with Spring Security, enforcing JWT-based authentication and fine-grained Role-Based Access Control (RBAC) on all API endpoints.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Scalability: Built on a stateless service architecture, allowing for easy horizontal scaling by deploying additional container instances.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Reliability: Implements robust error handling and structured logging (Logback) to ensure high availability and quick issue diagnosis.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Maintainability: Adheres to clean code principles with a clear separation of concerns, making the codebase easy to understand and extend.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3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A023-F107-CB1D-2E51-19129897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200" b="1">
                <a:solidFill>
                  <a:srgbClr val="212529"/>
                </a:solidFill>
              </a:rPr>
              <a:t>Database NFRs: Integrity &amp; 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BA6F2-4DDD-14DA-DC9E-CA3AC4456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Data Integrity: The schema design enforces data consistency and referential integrity where applicable.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Performance: Leverages an in-memory H2 database for extremely fast query execution, ideal for the application's access patterns.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Flexibility: The data import mechanism dynamically adapts to spreadsheet structures, allowing for flexible data model updates without code changes.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Portability: As an in-memory database, the entire application state is self-contained, simplifying deployment and testing.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64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1352-8D73-FF02-B0B7-43AF253B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200" b="1">
                <a:solidFill>
                  <a:srgbClr val="212529"/>
                </a:solidFill>
              </a:rPr>
              <a:t>DevOps NFRs: Automation &amp; Observability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F84A2-98A1-0BF3-98EE-82E978FF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Continuous Integration (CI): Automated build and test pipeline runs on every commit to ensure code quality and prevent regressions.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Continuous Deployment (CD): A blue-green deployment strategy is configured to enable zero-downtime releases into production.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Infrastructure as Code (IaC): The entire environment is defined as code (e.g., Terraform), ensuring consistent and repeatable deployments.</a:t>
            </a:r>
          </a:p>
          <a:p>
            <a:pPr>
              <a:spcAft>
                <a:spcPts val="1200"/>
              </a:spcAft>
            </a:pPr>
            <a:r>
              <a:rPr lang="en-GB" sz="2200">
                <a:solidFill>
                  <a:srgbClr val="495057"/>
                </a:solidFill>
              </a:rPr>
              <a:t>Observability: The application exposes health and metrics endpoints via Spring Actuator, enabling comprehensive monitoring and alerting.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63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0771-86CC-954B-5E08-A0C0C2FC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200" b="1">
                <a:solidFill>
                  <a:srgbClr val="212529"/>
                </a:solidFill>
              </a:rPr>
              <a:t>Thank You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2C7C8F9A-08CC-1A73-934C-5FB0D1D6800F}"/>
              </a:ext>
            </a:extLst>
          </p:cNvPr>
          <p:cNvSpPr>
            <a:spLocks noGrp="1"/>
          </p:cNvSpPr>
          <p:nvPr>
            <p:ph type="dgm" idx="1"/>
          </p:nvPr>
        </p:nvSpPr>
        <p:spPr/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77621-8789-F812-C236-D034F3A7C09F}"/>
              </a:ext>
            </a:extLst>
          </p:cNvPr>
          <p:cNvSpPr txBox="1"/>
          <p:nvPr/>
        </p:nvSpPr>
        <p:spPr>
          <a:xfrm>
            <a:off x="1270000" y="3175000"/>
            <a:ext cx="952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200">
                <a:solidFill>
                  <a:srgbClr val="005A9C"/>
                </a:solidFill>
              </a:rPr>
              <a:t>Questions are welcome.</a:t>
            </a:r>
          </a:p>
        </p:txBody>
      </p:sp>
    </p:spTree>
    <p:extLst>
      <p:ext uri="{BB962C8B-B14F-4D97-AF65-F5344CB8AC3E}">
        <p14:creationId xmlns:p14="http://schemas.microsoft.com/office/powerpoint/2010/main" val="2908985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Wishaw Platform: Non-Functional Requirements</vt:lpstr>
      <vt:lpstr>Frontend NFRs: Performance &amp; Usability</vt:lpstr>
      <vt:lpstr>Backend NFRs: Security &amp; Scalability</vt:lpstr>
      <vt:lpstr>Database NFRs: Integrity &amp; Efficiency</vt:lpstr>
      <vt:lpstr>DevOps NFRs: Automation &amp; Observability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Anumandla, Harish Kumar (Lloyds Technology Centre (GSL) Delivery, Lloyds Tech Office - GCOO)</dc:creator>
  <cp:lastModifiedBy>Anumandla, Harish Kumar (Lloyds Technology Centre (GSL) Delivery, Lloyds Tech Office - GCOO)</cp:lastModifiedBy>
  <cp:revision>1</cp:revision>
  <dcterms:created xsi:type="dcterms:W3CDTF">2026-03-31T13:01:18Z</dcterms:created>
  <dcterms:modified xsi:type="dcterms:W3CDTF">2026-03-31T13:01:18Z</dcterms:modified>
</cp:coreProperties>
</file>